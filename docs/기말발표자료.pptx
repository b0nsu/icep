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46"/>
  </p:normalViewPr>
  <p:slideViewPr>
    <p:cSldViewPr snapToGrid="0" snapToObjects="1">
      <p:cViewPr>
        <p:scale>
          <a:sx n="108" d="100"/>
          <a:sy n="108" d="100"/>
        </p:scale>
        <p:origin x="640" y="1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6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검사 중 주요 오류 검출 #2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1371600" cy="256032"/>
          </a:xfrm>
          <a:prstGeom prst="roundRect">
            <a:avLst/>
          </a:prstGeom>
          <a:solidFill>
            <a:srgbClr val="C4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</a:rPr>
              <a:t>발견한 문제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5074920" cy="3063240"/>
          </a:xfrm>
          <a:prstGeom prst="roundRect">
            <a:avLst/>
          </a:prstGeom>
          <a:solidFill>
            <a:srgbClr val="F4F7FB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• 예약 신청 흐름에서 노쇼 패널티 검사 위치가 늦게 배치되어 있었습니다.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• 패널티 대상 회원에게도 날짜·시각·인원수·룸 ID를 먼저 입력받는 문제가 발생했습니다.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• 2차 기획서 의도는 “상태 자동 갱신 후 로그인 회원의 노쇼 패널티 여부를 먼저 계산”하는 것입니다.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• 따라서 calculateMemberStanding()은 loadAndSync() 다음 단계로 와야 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4553712"/>
            <a:ext cx="1554480" cy="256032"/>
          </a:xfrm>
          <a:prstGeom prst="roundRect">
            <a:avLst/>
          </a:prstGeom>
          <a:solidFill>
            <a:srgbClr val="2C7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</a:rPr>
              <a:t>핵심 요약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4828032"/>
            <a:ext cx="5074920" cy="1325880"/>
          </a:xfrm>
          <a:prstGeom prst="roundRect">
            <a:avLst/>
          </a:prstGeom>
          <a:solidFill>
            <a:srgbClr val="F7FCF7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상태 자동 갱신 → 패널티 계산 → (패널티 없을 때만) 날짜/시각/인원수/룸 ID 입력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즉, “입력 전 패널티 검사”로 처리 순서를 수정했습니다.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06440" y="1170432"/>
            <a:ext cx="5897880" cy="50749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0f85cf81-1839-5505-a819-4d553a892a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0742" y="1243584"/>
            <a:ext cx="4369275" cy="467258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879592" y="6025896"/>
            <a:ext cx="57515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5A5A5A"/>
                </a:solidFill>
                <a:latin typeface="Malgun Gothic"/>
              </a:rPr>
              <a:t>수정 전: 입력을 먼저 받은 뒤 패널티로 거부되는 실행 결과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6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수정 전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5A5A"/>
                </a:solidFill>
                <a:latin typeface="Malgun Gothic"/>
              </a:rPr>
              <a:t>C07 · 기말발표 · 예약 신청 입력 이후에 패널티를 검사하던 구조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1371600" cy="256032"/>
          </a:xfrm>
          <a:prstGeom prst="roundRect">
            <a:avLst/>
          </a:prstGeom>
          <a:solidFill>
            <a:srgbClr val="C43F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</a:rPr>
              <a:t>문제점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3657600" cy="1874519"/>
          </a:xfrm>
          <a:prstGeom prst="roundRect">
            <a:avLst/>
          </a:prstGeom>
          <a:solidFill>
            <a:srgbClr val="F4F7FB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• loadAndSync() 이후 바로 입력을 받기 시작합니다.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• 날짜, 시작 시각, 종료 시각, 인원 수, 룸 ID를 모두 입력한 뒤에야 패널티 여부를 확인합니다.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• 예약이 불가능한 회원에게 불필요한 입력을 요구하므로, 기획 의도와 순서가 어긋납니다.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456432"/>
            <a:ext cx="1508760" cy="256032"/>
          </a:xfrm>
          <a:prstGeom prst="roundRect">
            <a:avLst/>
          </a:prstGeom>
          <a:solidFill>
            <a:srgbClr val="407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</a:rPr>
              <a:t>수정 전 코드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730752"/>
            <a:ext cx="5166360" cy="2176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16dbaad1-4054-5186-b03c-c2569d36b95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72" y="3891053"/>
            <a:ext cx="5020056" cy="159963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072" y="5687568"/>
            <a:ext cx="502005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5A5A5A"/>
                </a:solidFill>
                <a:latin typeface="Malgun Gothic"/>
              </a:rPr>
              <a:t>calculateMemberStanding() 호출이 없음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353312"/>
            <a:ext cx="5440680" cy="45537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0f85cf81-1839-5505-a819-4d553a892a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2989" y="1426464"/>
            <a:ext cx="3881900" cy="415137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016752" y="5687568"/>
            <a:ext cx="529437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5A5A5A"/>
                </a:solidFill>
                <a:latin typeface="Malgun Gothic"/>
              </a:rPr>
              <a:t>사용자가 입력을 끝낸 뒤에야 패널티 오류 출력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6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수정 후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5A5A"/>
                </a:solidFill>
                <a:latin typeface="Malgun Gothic"/>
              </a:rPr>
              <a:t>C07 · 기말발표 · loadAndSync() 직후에 패널티 여부를 먼저 계산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1371600" cy="256032"/>
          </a:xfrm>
          <a:prstGeom prst="roundRect">
            <a:avLst/>
          </a:prstGeom>
          <a:solidFill>
            <a:srgbClr val="2C7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</a:rPr>
              <a:t>수정 방법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53312"/>
            <a:ext cx="3703320" cy="2148840"/>
          </a:xfrm>
          <a:prstGeom prst="roundRect">
            <a:avLst/>
          </a:prstGeom>
          <a:solidFill>
            <a:srgbClr val="F7FCF7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• loadAndSync() 직후 calculateMemberStanding(data, loggedInUserId)를 호출합니다.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• standing.underPenalty(data.currentTime)가 참이면 즉시 오류 메시지를 출력하고 return 합니다.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• 패널티가 없는 경우에만 날짜·시각·인원수·룸 ID 입력 단계로 진행합니다.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3703320"/>
            <a:ext cx="1508760" cy="256032"/>
          </a:xfrm>
          <a:prstGeom prst="roundRect">
            <a:avLst/>
          </a:prstGeom>
          <a:solidFill>
            <a:srgbClr val="407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</a:rPr>
              <a:t>수정 후 코드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977638"/>
            <a:ext cx="5623560" cy="2295145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b056e8cd-29a6-58de-80e8-7ab7db8253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8972" y="4050790"/>
            <a:ext cx="4019678" cy="170993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76072" y="5861304"/>
            <a:ext cx="547725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 dirty="0" err="1">
                <a:solidFill>
                  <a:srgbClr val="5A5A5A"/>
                </a:solidFill>
                <a:latin typeface="Malgun Gothic"/>
              </a:rPr>
              <a:t>calculateMemberStanding</a:t>
            </a:r>
            <a:r>
              <a:rPr sz="1050" dirty="0">
                <a:solidFill>
                  <a:srgbClr val="5A5A5A"/>
                </a:solidFill>
                <a:latin typeface="Malgun Gothic"/>
              </a:rPr>
              <a:t>()</a:t>
            </a:r>
            <a:r>
              <a:rPr sz="1050" dirty="0" err="1">
                <a:solidFill>
                  <a:srgbClr val="5A5A5A"/>
                </a:solidFill>
                <a:latin typeface="Malgun Gothic"/>
              </a:rPr>
              <a:t>을</a:t>
            </a:r>
            <a:r>
              <a:rPr sz="1050" dirty="0">
                <a:solidFill>
                  <a:srgbClr val="5A5A5A"/>
                </a:solidFill>
                <a:latin typeface="Malgun Gothic"/>
              </a:rPr>
              <a:t> </a:t>
            </a:r>
            <a:r>
              <a:rPr sz="1050" dirty="0" err="1">
                <a:solidFill>
                  <a:srgbClr val="5A5A5A"/>
                </a:solidFill>
                <a:latin typeface="Malgun Gothic"/>
              </a:rPr>
              <a:t>입력</a:t>
            </a:r>
            <a:r>
              <a:rPr sz="1050" dirty="0">
                <a:solidFill>
                  <a:srgbClr val="5A5A5A"/>
                </a:solidFill>
                <a:latin typeface="Malgun Gothic"/>
              </a:rPr>
              <a:t> </a:t>
            </a:r>
            <a:r>
              <a:rPr sz="1050" dirty="0" err="1">
                <a:solidFill>
                  <a:srgbClr val="5A5A5A"/>
                </a:solidFill>
                <a:latin typeface="Malgun Gothic"/>
              </a:rPr>
              <a:t>전에</a:t>
            </a:r>
            <a:r>
              <a:rPr sz="1050" dirty="0">
                <a:solidFill>
                  <a:srgbClr val="5A5A5A"/>
                </a:solidFill>
                <a:latin typeface="Malgun Gothic"/>
              </a:rPr>
              <a:t> </a:t>
            </a:r>
            <a:r>
              <a:rPr sz="1050" dirty="0" err="1">
                <a:solidFill>
                  <a:srgbClr val="5A5A5A"/>
                </a:solidFill>
                <a:latin typeface="Malgun Gothic"/>
              </a:rPr>
              <a:t>배치</a:t>
            </a:r>
            <a:endParaRPr sz="1050" dirty="0">
              <a:solidFill>
                <a:srgbClr val="5A5A5A"/>
              </a:solidFill>
              <a:latin typeface="Malgun Gothi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327648" y="1353312"/>
            <a:ext cx="516636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97a9a710-4d03-5b64-acbe-42efb43053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7675" y="1426464"/>
            <a:ext cx="4826305" cy="40599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400800" y="5596128"/>
            <a:ext cx="502005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5A5A5A"/>
                </a:solidFill>
                <a:latin typeface="Malgun Gothic"/>
              </a:rPr>
              <a:t>수정 후: 메뉴 선택 직후 즉시 패널티로 거부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"/>
          </a:xfrm>
          <a:prstGeom prst="rect">
            <a:avLst/>
          </a:prstGeom>
          <a:solidFill>
            <a:srgbClr val="263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11480" y="128016"/>
            <a:ext cx="786384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Malgun Gothic"/>
              </a:rPr>
              <a:t>재검사 결과: 통과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912" y="749808"/>
            <a:ext cx="7315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5A5A5A"/>
                </a:solidFill>
                <a:latin typeface="Malgun Gothic"/>
              </a:rPr>
              <a:t>C07 · 기말발표 · 기획서 의도와 구현 흐름의 정합성 확보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051560"/>
            <a:ext cx="1554480" cy="256032"/>
          </a:xfrm>
          <a:prstGeom prst="roundRect">
            <a:avLst/>
          </a:prstGeom>
          <a:solidFill>
            <a:srgbClr val="407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</a:rPr>
              <a:t>기획서 기준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371600"/>
            <a:ext cx="534924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5cd1a82b-2f2d-5857-a780-fe49b2c85b5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7921" y="1444752"/>
            <a:ext cx="3879237" cy="115214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76072" y="2706624"/>
            <a:ext cx="520293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5A5A5A"/>
                </a:solidFill>
                <a:latin typeface="Malgun Gothic"/>
              </a:rPr>
              <a:t>기획서의 노쇼 패널티 예약 신청 실패 예시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154680"/>
            <a:ext cx="1737360" cy="256032"/>
          </a:xfrm>
          <a:prstGeom prst="roundRect">
            <a:avLst/>
          </a:prstGeom>
          <a:solidFill>
            <a:srgbClr val="2C78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50" b="1">
                <a:solidFill>
                  <a:srgbClr val="FFFFFF"/>
                </a:solidFill>
                <a:latin typeface="Malgun Gothic"/>
              </a:rPr>
              <a:t>재검사 확인 사항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456432"/>
            <a:ext cx="5349240" cy="2267712"/>
          </a:xfrm>
          <a:prstGeom prst="roundRect">
            <a:avLst/>
          </a:prstGeom>
          <a:solidFill>
            <a:srgbClr val="F4F7FB"/>
          </a:solidFill>
          <a:ln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73152" rIns="109728" rtlCol="0" anchor="ctr"/>
          <a:lstStyle/>
          <a:p>
            <a:pPr algn="ctr"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• 패널티 대상 회원은 추가 입력 없이 즉시 예약 신청이 거부되었습니다.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• 일반 회원은 기존 예약 신청 흐름을 정상적으로 사용할 수 있음을 확인했습니다.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• 상태 자동 갱신 후 최신 예약 기록 기준으로 패널티를 계산하므로, 기획서의 처리 순서와 구현이 일치합니다.</a:t>
            </a:r>
          </a:p>
          <a:p>
            <a:pPr>
              <a:spcAft>
                <a:spcPts val="400"/>
              </a:spcAft>
            </a:pPr>
            <a:r>
              <a:rPr sz="1350">
                <a:solidFill>
                  <a:srgbClr val="212529"/>
                </a:solidFill>
                <a:latin typeface="Malgun Gothic"/>
              </a:rPr>
              <a:t>• 결론: 입력 전 패널티 검사로 수정하여 불필요한 입력을 제거하고 정합성을 확보했습니다.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353312"/>
            <a:ext cx="5166360" cy="44622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2D8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 descr="97a9a710-4d03-5b64-acbe-42efb430532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4795" y="1426464"/>
            <a:ext cx="4826305" cy="4059936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217920" y="5596128"/>
            <a:ext cx="5020056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50">
                <a:solidFill>
                  <a:srgbClr val="5A5A5A"/>
                </a:solidFill>
                <a:latin typeface="Malgun Gothic"/>
              </a:rPr>
              <a:t>재검사 결과: 패널티 대상 회원 즉시 거부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6565392"/>
            <a:ext cx="11338560" cy="18288"/>
          </a:xfrm>
          <a:prstGeom prst="rect">
            <a:avLst/>
          </a:prstGeom>
          <a:solidFill>
            <a:srgbClr val="E4E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364</Words>
  <Application>Microsoft Macintosh PowerPoint</Application>
  <PresentationFormat>와이드스크린</PresentationFormat>
  <Paragraphs>38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신동혁</cp:lastModifiedBy>
  <cp:revision>2</cp:revision>
  <dcterms:created xsi:type="dcterms:W3CDTF">2013-01-27T09:14:16Z</dcterms:created>
  <dcterms:modified xsi:type="dcterms:W3CDTF">2026-06-12T07:55:48Z</dcterms:modified>
  <cp:category/>
</cp:coreProperties>
</file>